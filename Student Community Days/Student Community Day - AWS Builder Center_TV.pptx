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3075E-7994-0376-5E35-875F5EF85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22645-F8FC-21A8-6EEF-93657CB03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1F3B-0F72-1A75-17AB-61206B17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B3FB4-C29A-F739-C548-82D04F57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768AC-9FE4-E4A7-A81D-229874EE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0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58FC-439F-DC75-07CD-B84A8C34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6943-BCAB-9741-4A17-1F8295470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67CFD-F9DE-F62D-3265-39127EE6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CCA88-8CC0-D6EE-FE93-1D28C6399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DFCE-2C21-0E1A-BFE9-3BE44294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4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436B-544F-CA2C-1674-8E25FAD5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4DDB4-5184-AA1D-6684-5256395CF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9FE5D-9804-EF08-40F8-FB7F7E30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44FD1-F47C-F902-1A45-80F25E31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916EC-58CC-8D6B-2816-46822EA1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7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D345-AA89-73B4-8505-62CB2519C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83A5-E5FF-63EC-3496-567044AD1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9C4BC-3383-13DE-F0E6-410A5035B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D01C4-3C2A-7AB9-C603-145EDEFB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9D5B1-16A9-8C68-E98F-334F643E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F20EC-B78A-3B40-9FC9-F5C3C682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11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6779-69F7-5328-2285-38239EDE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EC5E3-CC07-CD9D-1271-B13211D4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D91F3-27A8-B3EA-F10B-470331C1E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E6ED4-5CE4-2A61-FB78-D5C480866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C2C3E0-857B-DE04-BE1C-860F136E4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03182-191E-2676-C546-E17DF330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4EE5C-8092-9E8A-0DE2-A985F5C3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9A9B54-AC5C-B339-D6BF-ED8F87A2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5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7D98-BD24-465B-FB28-A869CF01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1EA33-B0D1-D9AB-18F2-47CF7A38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DBED0-8660-3DF7-A1A6-11D3B02AD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79F80-F1F4-B286-DF05-2F634B1D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F23ECB-42DA-DF5F-D008-DF53F11F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46825-C217-60F0-735C-3208CE88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DAD6A-8285-A36C-BCCA-93C91EA3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7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1B9A-2EC8-3BB1-726F-0EC4FD9D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50B9C-AFA0-0369-D9B5-EB1D4A162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289D8-B5E5-0AC0-2F4D-3AC35157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1E9C2-58CF-8013-963F-C8E1DD03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ADB66-07F9-5F00-D288-5A879333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3D3EA-EB3E-76B8-81F2-572D8839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8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2009-B306-2C98-1F07-9711BC3F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23B9A-15B2-8B1B-9ACD-54ECEE196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5A039-8F9F-4C00-4D55-9D96EC5C5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653E1-0FDE-19C6-0897-2429B305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C078E-1271-7F77-FCE4-CA5C22A6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EB7BB-DB68-5F77-1C2F-1DECD49B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0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09614-0645-99A9-0B93-AD841204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8562B-0586-B730-EDDE-80FA2AA2C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07F90-FCCD-45E5-9995-F88686B8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D64B-5B7B-60DA-0EC8-C3DBD241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F3F89-8E21-A962-E8DF-E08A72A3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1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482DC-1475-605F-9F2C-83032DAC7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3170E-6566-F7E6-4933-A13F3A4E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6FCD-AF97-DFF6-48F3-445E885F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77B37-4341-95B6-57A9-EED71BFD5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061D8-9E31-1836-4BC5-98279817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4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BB43A-8665-9D7C-496E-09ADD8F1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70151-41FB-E5DD-A924-4B32DF68F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AD005-AAC0-9035-FC88-FDA870BFE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E9BD0-BBA8-43B8-B78A-960C1B3B77DD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52EDA-8B0D-CEEE-062E-37C5062BA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96486-CDF4-E9DF-495D-01CB5DB2A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CA419-B93F-4A6D-A112-B005BA657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3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1AD7CB-44C1-36AD-A8A9-DF66BB16F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88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AE88B7-DD5F-B202-FA38-CCD094824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1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Kelly</dc:creator>
  <cp:lastModifiedBy>Won, Nayoung Miller</cp:lastModifiedBy>
  <cp:revision>1</cp:revision>
  <dcterms:created xsi:type="dcterms:W3CDTF">2026-01-30T11:54:04Z</dcterms:created>
  <dcterms:modified xsi:type="dcterms:W3CDTF">2026-02-02T19:42:59Z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2026-01-30T12:05:45Z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2c36cf59-a134-4a7b-923e-52539e37e512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