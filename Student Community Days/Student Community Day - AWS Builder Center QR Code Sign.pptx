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8229600" cy="1051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23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720956"/>
            <a:ext cx="6995160" cy="3660987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523125"/>
            <a:ext cx="6172200" cy="2538835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1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5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621600"/>
            <a:ext cx="7098030" cy="437419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7037179"/>
            <a:ext cx="7098030" cy="23002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4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799291"/>
            <a:ext cx="3497580" cy="6672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799291"/>
            <a:ext cx="3497580" cy="6672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45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59861"/>
            <a:ext cx="7098030" cy="20325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2577783"/>
            <a:ext cx="3481506" cy="126333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3841115"/>
            <a:ext cx="3481506" cy="56497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577783"/>
            <a:ext cx="3498652" cy="126333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3841115"/>
            <a:ext cx="3498652" cy="56497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5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5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1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701040"/>
            <a:ext cx="2654260" cy="24536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514054"/>
            <a:ext cx="4166235" cy="7472892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154680"/>
            <a:ext cx="2654260" cy="5844435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701040"/>
            <a:ext cx="2654260" cy="24536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1514054"/>
            <a:ext cx="4166235" cy="7472892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154680"/>
            <a:ext cx="2654260" cy="5844435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7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1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559858"/>
            <a:ext cx="1774508" cy="89114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59858"/>
            <a:ext cx="5220653" cy="89114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3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59861"/>
            <a:ext cx="7098030" cy="2032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799291"/>
            <a:ext cx="7098030" cy="6672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9746406"/>
            <a:ext cx="1851660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981AD-D6C9-4A36-A79F-F99A3C4FBDE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9746406"/>
            <a:ext cx="2777490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9746406"/>
            <a:ext cx="1851660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B4620-4534-4E93-86C6-6A9C7FFF0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6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BB8DC4-3173-493B-0779-81CF18E5E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" y="0"/>
            <a:ext cx="8125691" cy="10515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09F827-C4FD-011B-D28C-8D53A8897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4328160"/>
            <a:ext cx="333756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7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3E77-4CA0-3EA9-A0E0-752099B8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4346A-23C2-816B-3D36-F754B51C7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" y="0"/>
            <a:ext cx="8125691" cy="105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0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4432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Kelly</dc:creator>
  <cp:lastModifiedBy>Won, Nayoung Miller</cp:lastModifiedBy>
  <cp:revision>2</cp:revision>
  <dcterms:created xsi:type="dcterms:W3CDTF">2026-01-30T12:07:16Z</dcterms:created>
  <dcterms:modified xsi:type="dcterms:W3CDTF">2026-02-02T21:02:42Z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2026-01-30T12:09:21Z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523ed2a6-4975-4c1c-b52e-9e439c3365db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